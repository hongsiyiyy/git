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A2D98-5C32-3CBB-6CC9-01FA533E2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519541-1DE7-1B8C-7405-CBD773079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150D0-3016-2ED9-7304-8A455B81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B2AA1-D0B3-50CE-F34D-989D61B42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496F3D-422D-9198-6E64-0ACF7EC5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355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CDF25-1508-E8FB-DDAA-F5B05A9A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B80201-EE05-1282-0265-8085B86D7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D3221E-55CC-94C3-49EB-74FE600EC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045B38-5B89-C3CF-B66F-DDF1E325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795A26-3F77-8361-FE3D-9A259AAD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21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F5A63-EE1E-785F-5FF0-5EF2FB5D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4A882C-88B6-4F6B-691A-A48C24A3B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D9994C-27B2-E50C-B521-28459CAD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2D763-E88B-61C9-9365-AF2A6AE8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CCD5C-9215-5799-B369-4F0DD6CC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344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2EAC3-35C5-9A88-A10E-DBF5CC0E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4B1913-1488-1A7D-1550-D784BCF97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08A700-6929-021F-0F8C-48F7A6CA7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27912C-F8E5-297F-4140-6330A992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3040AB-B975-1553-2479-9B601DB5F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1B0316-0FB1-0F0C-DBC7-82F2EBEA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475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EC8EC-2187-E34D-7756-8CB190F3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AF6302-86AB-E4D6-BED0-2F8AE2775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139249-A016-DA36-A38B-FB363775E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E43DED-61AC-0EE1-1464-36A9D0CEA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100133-2E9D-716F-4631-DF6129397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EF5BFA-16F7-FE41-7CD1-EA936C7B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B153C4-A9C4-33CE-3EED-7BA0ABF3D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E808D9-3A56-EB48-7631-CACE7FE4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19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6A997-2B8A-61C8-6771-F5124938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FA5606-FE14-A07B-68CD-9B145F3E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973ACD-9E15-809D-A52B-7F637D3C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241CE2-EDFF-86A2-D197-AD673394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29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D8CB1A-7583-70C7-9088-FC7AED9B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49B7EB-6D6F-A720-8B4F-A154CD9E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EA0942-03F7-823B-7876-E86B1DA8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04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0D336-23E9-7B5F-4F00-A05B3CFD6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68FFE3-59BC-406B-C19C-8B3894FF1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36C370-F61D-5C4C-CEC9-F75FE3EC2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B6207D-3DC0-3E5A-8FD6-C9625F1B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9BB048-ECA2-2F80-1576-667CF33E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E0F50D-6F98-0C54-F385-A2FE45B0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54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D9318-3B72-4E5B-1B86-211FB3107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96E2F1-30D4-24C6-D530-DF83DC960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7EE7D7-FB05-2185-1166-E1C1DC3EA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DE535C-EDF4-E7F0-1596-E6C40821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063E61-FB08-6027-B982-A87C3ECC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D49EC4-8D2C-F834-0E0C-0E5CCEAB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420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84C2F-3A5E-DE7B-BCA6-18B18000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038990-6D1E-C5AE-3F48-2ED1B75F0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18BB57-6B8B-DE18-BA8C-BB2B32065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3088F4-EFEB-F0D9-6654-7478B931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82F9C-72BC-20DC-41DF-2CE6F050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708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4EA57-1076-DB63-B33A-D9C9666F5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E171C7-54BE-C41E-7F5B-1967943DC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26707-479D-EBCC-02ED-7CC18A672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D01848-5D60-2F2B-4603-A734F6E3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8CA959-FF77-96AF-6DFD-847A1010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27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367D8B-EDED-FDD0-E2F9-A8919567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266E48-5BEE-4E4C-4D1A-0099F6F53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ECD744-4C6C-B7EE-2AD5-67BB05EA7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2C5F5-9F3F-4BA5-B400-077B9491768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3EBFA-55F9-A799-C815-59CA1174F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4494B5-4B00-D894-CF25-9E3521C89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55304-90DB-47CC-9EC3-A090D1A69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53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CC511BD-0CCE-3721-86C8-CF275E636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59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hsy</dc:creator>
  <cp:lastModifiedBy>hsy</cp:lastModifiedBy>
  <cp:revision>1</cp:revision>
  <dcterms:created xsi:type="dcterms:W3CDTF">2026-09-18T13:38:00Z</dcterms:created>
  <dcterms:modified xsi:type="dcterms:W3CDTF">2026-09-18T13:38:10Z</dcterms:modified>
</cp:coreProperties>
</file>